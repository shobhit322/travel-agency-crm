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Highlight fragmented travel agency tools.</a:t>
            </a:r>
          </a:p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Show a quick screenshot of the public booking page (`/book`).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One‑stop SaaS CRM with **dark theme default**.</a:t>
            </a:r>
          </a:p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Show a side‑by‑side of the public site (`/`) and the admin panel (`/admin`).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Diagram (use Mermaid) of Laravel + Filament + Vite stack.</a:t>
            </a:r>
          </a:p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No URLs needed.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Core User Journeys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*Customer Booking*: `/book/{code}` → `/portal/pay/{gateway}/{invoice}/start` → payment flow.</a:t>
            </a:r>
          </a:p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*Email Change*: `/portal/email-change/{customer}/{hash}`.</a:t>
            </a:r>
          </a:p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*Admin Dashboard*: `/admin` (overview) → `/admin/bookings` → booking details.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Admin Panel Dark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Screenshot of `/admin/bookings` showing dark cards, glass‑morphism.</a:t>
            </a:r>
          </a:p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Mention `AdminPanelProvider::adminThemeStyles()` and `defaultThemeMode`.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Role‑Based 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Table of roles (Super Admin, Tenant Owner, Sales Agent, etc.).</a:t>
            </a:r>
          </a:p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Show the RBAC matrix from `CRM_WORKFLOW_GUIDE.md`.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Multi‑Tenant SaaS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Show the tenant selector screenshot (`/admin/tenants`).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Payments &amp; Invoices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Screenshot of public invoice view (`/pay/{invoice}`).</a:t>
            </a:r>
          </a:p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Screenshot of admin invoice PDF download (`/admin/tenant-invoices/{invoice}/pdf`).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Analytics &amp; Activity 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Screenshot of `/admin/activity-logs`.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Roadmap &amp; Future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Bullet list, no screenshots.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  <a:latin typeface="Calibri"/>
              </a:defRPr>
            </a:pPr>
            <a:r>
              <a:t>Contact info, demo request URL (`/demo-request`).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82880"/>
            <a:ext cx="274320" cy="274320"/>
          </a:xfrm>
          <a:prstGeom prst="rect">
            <a:avLst/>
          </a:prstGeom>
          <a:solidFill>
            <a:srgbClr val="00D4FF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